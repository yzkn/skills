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ja-JP" smtClean="0"/>
              <a:t>1/2/22</a:t>
            </a:fld>
            <a:endParaRPr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これは</a:t>
            </a:r>
            <a:r>
              <a:rPr lang="ja-JP" baseline="0" dirty="0"/>
              <a:t>ノートです</a:t>
            </a:r>
          </a:p>
          <a:p>
            <a:endParaRPr lang="ja-JP" baseline="0" dirty="0"/>
          </a:p>
          <a:p>
            <a:r>
              <a:rPr lang="ja-JP" baseline="0" dirty="0"/>
              <a:t>別の段落もあります。</a:t>
            </a:r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ja-JP" smtClean="0"/>
              <a:t>1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この</a:t>
            </a:r>
            <a:r>
              <a:rPr lang="ja-JP" baseline="0" dirty="0"/>
              <a:t>スライドにも</a:t>
            </a:r>
            <a:r>
              <a:rPr lang="ja-JP" baseline="0"/>
              <a:t>ノートがあります。</a:t>
            </a:r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ja-JP" smtClean="0"/>
              <a:t>2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/>
              <a:t>マスター サブタイトルの書式設定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/>
              <a:t>マスター タイトルの書式設定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7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2 レベル</a:t>
            </a:r>
          </a:p>
          <a:p>
            <a:pPr lvl="2"/>
            <a:r>
              <a:rPr lang="ja-JP"/>
              <a:t>第 3 レベル</a:t>
            </a:r>
          </a:p>
          <a:p>
            <a:pPr lvl="3"/>
            <a:r>
              <a:rPr lang="ja-JP"/>
              <a:t>第 4 レベル</a:t>
            </a:r>
          </a:p>
          <a:p>
            <a:pPr lvl="4"/>
            <a:r>
              <a:rPr lang="ja-JP"/>
              <a:t>第 5 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ja-JP" smtClean="0"/>
              <a:t>1/2/22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4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indent="-4572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dirty="0"/>
              <a:t>プレゼンテーションタイトル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dirty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スライドタイトル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dirty="0"/>
              <a:t>こんにちは</a:t>
            </a:r>
            <a:r>
              <a:rPr lang="ja-JP"/>
              <a:t>、世界。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セクション見出し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2 カラムのスライドタイトル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ja-JP" dirty="0"/>
              <a:t>左側の</a:t>
            </a:r>
            <a:r>
              <a:rPr lang="ja-JP"/>
              <a:t>コンテンツ。</a:t>
            </a:r>
            <a:endParaRPr lang="ja-JP" dirty="0"/>
          </a:p>
          <a:p>
            <a:pPr marL="0" indent="0">
              <a:buNone/>
            </a:pPr>
            <a:endParaRPr lang="ja-JP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dirty="0"/>
              <a:t>右側のコンテンツ。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B3A6B"/>
      </a:dk2>
      <a:lt2>
        <a:srgbClr val="D9E5F2"/>
      </a:lt2>
      <a:accent1>
        <a:srgbClr val="3D6098"/>
      </a:accent1>
      <a:accent2>
        <a:srgbClr val="7A9CC6"/>
      </a:accent2>
      <a:accent3>
        <a:srgbClr val="2EC4C6"/>
      </a:accent3>
      <a:accent4>
        <a:srgbClr val="27AE60"/>
      </a:accent4>
      <a:accent5>
        <a:srgbClr val="C0392B"/>
      </a:accent5>
      <a:accent6>
        <a:srgbClr val="B8CCE4"/>
      </a:accent6>
      <a:hlink>
        <a:srgbClr val="0563C1"/>
      </a:hlink>
      <a:folHlink>
        <a:srgbClr val="954F72"/>
      </a:folHlink>
    </a:clrScheme>
    <a:fontScheme name="Office">
      <a:majorFont>
        <a:latin typeface="游明朝"/>
        <a:ea typeface="游明朝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游ゴシック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B3A6B"/>
      </a:dk2>
      <a:lt2>
        <a:srgbClr val="D9E5F2"/>
      </a:lt2>
      <a:accent1>
        <a:srgbClr val="3D6098"/>
      </a:accent1>
      <a:accent2>
        <a:srgbClr val="7A9CC6"/>
      </a:accent2>
      <a:accent3>
        <a:srgbClr val="2EC4C6"/>
      </a:accent3>
      <a:accent4>
        <a:srgbClr val="27AE60"/>
      </a:accent4>
      <a:accent5>
        <a:srgbClr val="C0392B"/>
      </a:accent5>
      <a:accent6>
        <a:srgbClr val="B8CCE4"/>
      </a:accent6>
      <a:hlink>
        <a:srgbClr val="0563C1"/>
      </a:hlink>
      <a:folHlink>
        <a:srgbClr val="954F72"/>
      </a:folHlink>
    </a:clrScheme>
    <a:fontScheme name="Office">
      <a:majorFont>
        <a:latin typeface="游明朝" panose="020F0302020204030204"/>
        <a:ea typeface="游明朝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游ゴシック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