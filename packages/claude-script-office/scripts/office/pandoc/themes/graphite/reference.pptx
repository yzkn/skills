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これは</a:t>
            </a:r>
            <a:r>
              <a:rPr lang="ja-JP" baseline="0" dirty="0"/>
              <a:t>ノートです</a:t>
            </a:r>
          </a:p>
          <a:p>
            <a:endParaRPr lang="ja-JP" baseline="0" dirty="0"/>
          </a:p>
          <a:p>
            <a:r>
              <a:rPr lang="ja-JP" baseline="0" dirty="0"/>
              <a:t>別の段落もあります。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この</a:t>
            </a:r>
            <a:r>
              <a:rPr lang="ja-JP" baseline="0" dirty="0"/>
              <a:t>スライドにも</a:t>
            </a:r>
            <a:r>
              <a:rPr lang="ja-JP" baseline="0"/>
              <a:t>ノートがあります。</a:t>
            </a:r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/>
              <a:t>マスター サブタイトルの書式設定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/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スライドタイトル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dirty="0"/>
              <a:t>こんにちは</a:t>
            </a:r>
            <a:r>
              <a:rPr lang="ja-JP"/>
              <a:t>、世界。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セクション見出し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2 カラムのスライドタイトル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dirty="0"/>
              <a:t>左側の</a:t>
            </a:r>
            <a:r>
              <a:rPr lang="ja-JP"/>
              <a:t>コンテンツ。</a:t>
            </a:r>
            <a:endParaRPr lang="ja-JP" dirty="0"/>
          </a:p>
          <a:p>
            <a:pPr marL="0" indent="0">
              <a:buNone/>
            </a:pPr>
            <a:endParaRPr lang="ja-JP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dirty="0"/>
              <a:t>右側のコンテンツ。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2E2E38"/>
      </a:dk2>
      <a:lt2>
        <a:srgbClr val="E9E9EE"/>
      </a:lt2>
      <a:accent1>
        <a:srgbClr val="51515E"/>
      </a:accent1>
      <a:accent2>
        <a:srgbClr val="84848F"/>
      </a:accent2>
      <a:accent3>
        <a:srgbClr val="A67C00"/>
      </a:accent3>
      <a:accent4>
        <a:srgbClr val="3A6B35"/>
      </a:accent4>
      <a:accent5>
        <a:srgbClr val="8C1D18"/>
      </a:accent5>
      <a:accent6>
        <a:srgbClr val="C4C4CC"/>
      </a:accent6>
      <a:hlink>
        <a:srgbClr val="0563C1"/>
      </a:hlink>
      <a:folHlink>
        <a:srgbClr val="954F72"/>
      </a:folHlink>
    </a:clrScheme>
    <a:fontScheme name="Office">
      <a:majorFont>
        <a:latin typeface="游明朝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2E2E38"/>
      </a:dk2>
      <a:lt2>
        <a:srgbClr val="E9E9EE"/>
      </a:lt2>
      <a:accent1>
        <a:srgbClr val="51515E"/>
      </a:accent1>
      <a:accent2>
        <a:srgbClr val="84848F"/>
      </a:accent2>
      <a:accent3>
        <a:srgbClr val="A67C00"/>
      </a:accent3>
      <a:accent4>
        <a:srgbClr val="3A6B35"/>
      </a:accent4>
      <a:accent5>
        <a:srgbClr val="8C1D18"/>
      </a:accent5>
      <a:accent6>
        <a:srgbClr val="C4C4CC"/>
      </a:accent6>
      <a:hlink>
        <a:srgbClr val="0563C1"/>
      </a:hlink>
      <a:folHlink>
        <a:srgbClr val="954F72"/>
      </a:folHlink>
    </a:clrScheme>
    <a:fontScheme name="Office">
      <a:majorFont>
        <a:latin typeface="游明朝" panose="020F0302020204030204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